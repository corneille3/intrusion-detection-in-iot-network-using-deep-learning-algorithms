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58" r:id="rId3"/>
    <p:sldId id="311" r:id="rId4"/>
    <p:sldId id="310" r:id="rId5"/>
    <p:sldId id="312" r:id="rId6"/>
    <p:sldId id="313" r:id="rId7"/>
    <p:sldId id="314" r:id="rId8"/>
    <p:sldId id="315" r:id="rId9"/>
    <p:sldId id="316" r:id="rId10"/>
    <p:sldId id="317" r:id="rId11"/>
    <p:sldId id="319" r:id="rId12"/>
    <p:sldId id="318" r:id="rId13"/>
    <p:sldId id="320" r:id="rId14"/>
    <p:sldId id="32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89FDA34-5049-4511-8AAD-E5F71B7F7E1D}">
          <p14:sldIdLst>
            <p14:sldId id="256"/>
            <p14:sldId id="258"/>
            <p14:sldId id="311"/>
            <p14:sldId id="310"/>
            <p14:sldId id="312"/>
            <p14:sldId id="313"/>
            <p14:sldId id="314"/>
            <p14:sldId id="315"/>
            <p14:sldId id="316"/>
            <p14:sldId id="317"/>
            <p14:sldId id="319"/>
            <p14:sldId id="318"/>
            <p14:sldId id="320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zieh Amini" initials="MA" lastIdx="1" clrIdx="0">
    <p:extLst>
      <p:ext uri="{19B8F6BF-5375-455C-9EA6-DF929625EA0E}">
        <p15:presenceInfo xmlns:p15="http://schemas.microsoft.com/office/powerpoint/2012/main" userId="2d5c20af0495a6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D62FB9-FF76-45FB-93EE-71A80FE5AE14}" v="243" dt="2023-04-04T20:00:05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927" autoAdjust="0"/>
  </p:normalViewPr>
  <p:slideViewPr>
    <p:cSldViewPr snapToGrid="0">
      <p:cViewPr varScale="1">
        <p:scale>
          <a:sx n="90" d="100"/>
          <a:sy n="90" d="100"/>
        </p:scale>
        <p:origin x="13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imar Kouam" userId="1807b28600fe16f4" providerId="LiveId" clId="{AED62FB9-FF76-45FB-93EE-71A80FE5AE14}"/>
    <pc:docChg chg="undo redo custSel addSld modSld modSection">
      <pc:chgData name="Josimar Kouam" userId="1807b28600fe16f4" providerId="LiveId" clId="{AED62FB9-FF76-45FB-93EE-71A80FE5AE14}" dt="2023-04-04T20:00:05.564" v="1080"/>
      <pc:docMkLst>
        <pc:docMk/>
      </pc:docMkLst>
      <pc:sldChg chg="modSp mod">
        <pc:chgData name="Josimar Kouam" userId="1807b28600fe16f4" providerId="LiveId" clId="{AED62FB9-FF76-45FB-93EE-71A80FE5AE14}" dt="2023-04-03T15:27:55.558" v="1059" actId="20577"/>
        <pc:sldMkLst>
          <pc:docMk/>
          <pc:sldMk cId="2767873507" sldId="256"/>
        </pc:sldMkLst>
        <pc:spChg chg="mod">
          <ac:chgData name="Josimar Kouam" userId="1807b28600fe16f4" providerId="LiveId" clId="{AED62FB9-FF76-45FB-93EE-71A80FE5AE14}" dt="2023-04-03T15:27:55.558" v="1059" actId="20577"/>
          <ac:spMkLst>
            <pc:docMk/>
            <pc:sldMk cId="2767873507" sldId="256"/>
            <ac:spMk id="2" creationId="{D645C31E-DD23-41B0-949F-4668467F4943}"/>
          </ac:spMkLst>
        </pc:spChg>
        <pc:spChg chg="mod">
          <ac:chgData name="Josimar Kouam" userId="1807b28600fe16f4" providerId="LiveId" clId="{AED62FB9-FF76-45FB-93EE-71A80FE5AE14}" dt="2023-04-01T15:51:04.270" v="86" actId="20577"/>
          <ac:spMkLst>
            <pc:docMk/>
            <pc:sldMk cId="2767873507" sldId="256"/>
            <ac:spMk id="3" creationId="{091C2E3A-48BD-407B-B956-A4E82B0B335A}"/>
          </ac:spMkLst>
        </pc:spChg>
      </pc:sldChg>
      <pc:sldChg chg="modSp mod modAnim">
        <pc:chgData name="Josimar Kouam" userId="1807b28600fe16f4" providerId="LiveId" clId="{AED62FB9-FF76-45FB-93EE-71A80FE5AE14}" dt="2023-04-01T21:03:16.855" v="1019" actId="5793"/>
        <pc:sldMkLst>
          <pc:docMk/>
          <pc:sldMk cId="321763866" sldId="258"/>
        </pc:sldMkLst>
        <pc:spChg chg="mod">
          <ac:chgData name="Josimar Kouam" userId="1807b28600fe16f4" providerId="LiveId" clId="{AED62FB9-FF76-45FB-93EE-71A80FE5AE14}" dt="2023-04-01T15:51:11.020" v="93" actId="20577"/>
          <ac:spMkLst>
            <pc:docMk/>
            <pc:sldMk cId="321763866" sldId="258"/>
            <ac:spMk id="2" creationId="{223F2D04-EAA1-745B-6ABB-29802FFFB0B3}"/>
          </ac:spMkLst>
        </pc:spChg>
        <pc:spChg chg="mod">
          <ac:chgData name="Josimar Kouam" userId="1807b28600fe16f4" providerId="LiveId" clId="{AED62FB9-FF76-45FB-93EE-71A80FE5AE14}" dt="2023-04-01T21:03:16.855" v="1019" actId="5793"/>
          <ac:spMkLst>
            <pc:docMk/>
            <pc:sldMk cId="321763866" sldId="258"/>
            <ac:spMk id="3" creationId="{0AFB8157-5096-4ABE-E600-904BB47E9EDA}"/>
          </ac:spMkLst>
        </pc:spChg>
      </pc:sldChg>
      <pc:sldChg chg="modSp mod">
        <pc:chgData name="Josimar Kouam" userId="1807b28600fe16f4" providerId="LiveId" clId="{AED62FB9-FF76-45FB-93EE-71A80FE5AE14}" dt="2023-04-04T14:48:11.544" v="1060" actId="1076"/>
        <pc:sldMkLst>
          <pc:docMk/>
          <pc:sldMk cId="2493112086" sldId="310"/>
        </pc:sldMkLst>
        <pc:spChg chg="mod">
          <ac:chgData name="Josimar Kouam" userId="1807b28600fe16f4" providerId="LiveId" clId="{AED62FB9-FF76-45FB-93EE-71A80FE5AE14}" dt="2023-04-01T16:40:07.569" v="243" actId="1076"/>
          <ac:spMkLst>
            <pc:docMk/>
            <pc:sldMk cId="2493112086" sldId="310"/>
            <ac:spMk id="2" creationId="{5A1183A2-11BC-E3DD-B43D-8F82A19E517B}"/>
          </ac:spMkLst>
        </pc:spChg>
        <pc:spChg chg="mod">
          <ac:chgData name="Josimar Kouam" userId="1807b28600fe16f4" providerId="LiveId" clId="{AED62FB9-FF76-45FB-93EE-71A80FE5AE14}" dt="2023-04-04T14:48:11.544" v="1060" actId="1076"/>
          <ac:spMkLst>
            <pc:docMk/>
            <pc:sldMk cId="2493112086" sldId="310"/>
            <ac:spMk id="6" creationId="{C56731C3-CB24-AEAD-DF6A-5AA5AB730806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7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6:40:12.668" v="244" actId="1076"/>
          <ac:spMkLst>
            <pc:docMk/>
            <pc:sldMk cId="2493112086" sldId="310"/>
            <ac:spMk id="9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6:40:17.335" v="245" actId="14100"/>
          <ac:spMkLst>
            <pc:docMk/>
            <pc:sldMk cId="2493112086" sldId="310"/>
            <ac:spMk id="12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17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18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20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21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22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23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25" creationId="{00000000-0000-0000-0000-000000000000}"/>
          </ac:spMkLst>
        </pc:spChg>
        <pc:spChg chg="mod">
          <ac:chgData name="Josimar Kouam" userId="1807b28600fe16f4" providerId="LiveId" clId="{AED62FB9-FF76-45FB-93EE-71A80FE5AE14}" dt="2023-04-01T15:54:33.098" v="137" actId="1036"/>
          <ac:spMkLst>
            <pc:docMk/>
            <pc:sldMk cId="2493112086" sldId="310"/>
            <ac:spMk id="26" creationId="{00000000-0000-0000-0000-000000000000}"/>
          </ac:spMkLst>
        </pc:spChg>
        <pc:cxnChg chg="mod">
          <ac:chgData name="Josimar Kouam" userId="1807b28600fe16f4" providerId="LiveId" clId="{AED62FB9-FF76-45FB-93EE-71A80FE5AE14}" dt="2023-04-04T14:48:11.544" v="1060" actId="1076"/>
          <ac:cxnSpMkLst>
            <pc:docMk/>
            <pc:sldMk cId="2493112086" sldId="310"/>
            <ac:cxnSpMk id="14" creationId="{6B25808A-BFFC-A5EA-2A6F-1CCBD56FF0CF}"/>
          </ac:cxnSpMkLst>
        </pc:cxnChg>
        <pc:cxnChg chg="mod">
          <ac:chgData name="Josimar Kouam" userId="1807b28600fe16f4" providerId="LiveId" clId="{AED62FB9-FF76-45FB-93EE-71A80FE5AE14}" dt="2023-04-01T15:54:33.098" v="137" actId="1036"/>
          <ac:cxnSpMkLst>
            <pc:docMk/>
            <pc:sldMk cId="2493112086" sldId="310"/>
            <ac:cxnSpMk id="29" creationId="{00000000-0000-0000-0000-000000000000}"/>
          </ac:cxnSpMkLst>
        </pc:cxnChg>
        <pc:cxnChg chg="mod">
          <ac:chgData name="Josimar Kouam" userId="1807b28600fe16f4" providerId="LiveId" clId="{AED62FB9-FF76-45FB-93EE-71A80FE5AE14}" dt="2023-04-01T16:09:13.912" v="227" actId="1076"/>
          <ac:cxnSpMkLst>
            <pc:docMk/>
            <pc:sldMk cId="2493112086" sldId="310"/>
            <ac:cxnSpMk id="30" creationId="{00000000-0000-0000-0000-000000000000}"/>
          </ac:cxnSpMkLst>
        </pc:cxnChg>
        <pc:cxnChg chg="mod">
          <ac:chgData name="Josimar Kouam" userId="1807b28600fe16f4" providerId="LiveId" clId="{AED62FB9-FF76-45FB-93EE-71A80FE5AE14}" dt="2023-04-01T15:54:33.098" v="137" actId="1036"/>
          <ac:cxnSpMkLst>
            <pc:docMk/>
            <pc:sldMk cId="2493112086" sldId="310"/>
            <ac:cxnSpMk id="33" creationId="{00000000-0000-0000-0000-000000000000}"/>
          </ac:cxnSpMkLst>
        </pc:cxnChg>
        <pc:cxnChg chg="mod">
          <ac:chgData name="Josimar Kouam" userId="1807b28600fe16f4" providerId="LiveId" clId="{AED62FB9-FF76-45FB-93EE-71A80FE5AE14}" dt="2023-04-01T15:54:33.098" v="137" actId="1036"/>
          <ac:cxnSpMkLst>
            <pc:docMk/>
            <pc:sldMk cId="2493112086" sldId="310"/>
            <ac:cxnSpMk id="36" creationId="{00000000-0000-0000-0000-000000000000}"/>
          </ac:cxnSpMkLst>
        </pc:cxnChg>
      </pc:sldChg>
      <pc:sldChg chg="modSp new mod">
        <pc:chgData name="Josimar Kouam" userId="1807b28600fe16f4" providerId="LiveId" clId="{AED62FB9-FF76-45FB-93EE-71A80FE5AE14}" dt="2023-04-01T16:37:20.594" v="242" actId="15"/>
        <pc:sldMkLst>
          <pc:docMk/>
          <pc:sldMk cId="1873981590" sldId="311"/>
        </pc:sldMkLst>
        <pc:spChg chg="mod">
          <ac:chgData name="Josimar Kouam" userId="1807b28600fe16f4" providerId="LiveId" clId="{AED62FB9-FF76-45FB-93EE-71A80FE5AE14}" dt="2023-04-01T16:06:13.849" v="217" actId="20577"/>
          <ac:spMkLst>
            <pc:docMk/>
            <pc:sldMk cId="1873981590" sldId="311"/>
            <ac:spMk id="2" creationId="{04F95628-EC4D-781A-F727-548DE521F302}"/>
          </ac:spMkLst>
        </pc:spChg>
        <pc:spChg chg="mod">
          <ac:chgData name="Josimar Kouam" userId="1807b28600fe16f4" providerId="LiveId" clId="{AED62FB9-FF76-45FB-93EE-71A80FE5AE14}" dt="2023-04-01T16:37:20.594" v="242" actId="15"/>
          <ac:spMkLst>
            <pc:docMk/>
            <pc:sldMk cId="1873981590" sldId="311"/>
            <ac:spMk id="3" creationId="{01EF3628-B341-DC4B-E738-C3D1F634359B}"/>
          </ac:spMkLst>
        </pc:spChg>
      </pc:sldChg>
      <pc:sldChg chg="addSp delSp modSp new mod modAnim">
        <pc:chgData name="Josimar Kouam" userId="1807b28600fe16f4" providerId="LiveId" clId="{AED62FB9-FF76-45FB-93EE-71A80FE5AE14}" dt="2023-04-04T18:59:23.372" v="1076" actId="1076"/>
        <pc:sldMkLst>
          <pc:docMk/>
          <pc:sldMk cId="1921247943" sldId="312"/>
        </pc:sldMkLst>
        <pc:spChg chg="del mod">
          <ac:chgData name="Josimar Kouam" userId="1807b28600fe16f4" providerId="LiveId" clId="{AED62FB9-FF76-45FB-93EE-71A80FE5AE14}" dt="2023-04-01T16:42:11.532" v="258" actId="478"/>
          <ac:spMkLst>
            <pc:docMk/>
            <pc:sldMk cId="1921247943" sldId="312"/>
            <ac:spMk id="2" creationId="{996B9CA7-2C86-0991-CE31-9B20FD6E71C7}"/>
          </ac:spMkLst>
        </pc:spChg>
        <pc:spChg chg="mod">
          <ac:chgData name="Josimar Kouam" userId="1807b28600fe16f4" providerId="LiveId" clId="{AED62FB9-FF76-45FB-93EE-71A80FE5AE14}" dt="2023-04-01T16:41:34.087" v="252" actId="20577"/>
          <ac:spMkLst>
            <pc:docMk/>
            <pc:sldMk cId="1921247943" sldId="312"/>
            <ac:spMk id="3" creationId="{9A091039-6ECE-ED49-5B04-91F50766C56D}"/>
          </ac:spMkLst>
        </pc:spChg>
        <pc:spChg chg="add del mod">
          <ac:chgData name="Josimar Kouam" userId="1807b28600fe16f4" providerId="LiveId" clId="{AED62FB9-FF76-45FB-93EE-71A80FE5AE14}" dt="2023-04-01T16:55:04.552" v="263" actId="478"/>
          <ac:spMkLst>
            <pc:docMk/>
            <pc:sldMk cId="1921247943" sldId="312"/>
            <ac:spMk id="5" creationId="{51D18F92-F82D-544B-EE61-A3D41090E0B3}"/>
          </ac:spMkLst>
        </pc:spChg>
        <pc:spChg chg="add del mod">
          <ac:chgData name="Josimar Kouam" userId="1807b28600fe16f4" providerId="LiveId" clId="{AED62FB9-FF76-45FB-93EE-71A80FE5AE14}" dt="2023-04-01T16:55:23.329" v="267"/>
          <ac:spMkLst>
            <pc:docMk/>
            <pc:sldMk cId="1921247943" sldId="312"/>
            <ac:spMk id="6" creationId="{7F43C592-2D0E-C68D-6381-625CAB7E0BF7}"/>
          </ac:spMkLst>
        </pc:spChg>
        <pc:spChg chg="add del mod">
          <ac:chgData name="Josimar Kouam" userId="1807b28600fe16f4" providerId="LiveId" clId="{AED62FB9-FF76-45FB-93EE-71A80FE5AE14}" dt="2023-04-01T16:55:38.811" v="273"/>
          <ac:spMkLst>
            <pc:docMk/>
            <pc:sldMk cId="1921247943" sldId="312"/>
            <ac:spMk id="7" creationId="{5218C93D-0C2E-4E32-AECA-D130F1F8FE5B}"/>
          </ac:spMkLst>
        </pc:spChg>
        <pc:spChg chg="add del mod">
          <ac:chgData name="Josimar Kouam" userId="1807b28600fe16f4" providerId="LiveId" clId="{AED62FB9-FF76-45FB-93EE-71A80FE5AE14}" dt="2023-04-01T16:56:22.087" v="283" actId="478"/>
          <ac:spMkLst>
            <pc:docMk/>
            <pc:sldMk cId="1921247943" sldId="312"/>
            <ac:spMk id="9" creationId="{61E0CC92-036C-0789-87CF-7539555C3DAB}"/>
          </ac:spMkLst>
        </pc:spChg>
        <pc:spChg chg="add del mod">
          <ac:chgData name="Josimar Kouam" userId="1807b28600fe16f4" providerId="LiveId" clId="{AED62FB9-FF76-45FB-93EE-71A80FE5AE14}" dt="2023-04-01T16:58:47.092" v="290"/>
          <ac:spMkLst>
            <pc:docMk/>
            <pc:sldMk cId="1921247943" sldId="312"/>
            <ac:spMk id="10" creationId="{45898F0D-F8E4-EE04-0425-EFAE1D5BBEC6}"/>
          </ac:spMkLst>
        </pc:spChg>
        <pc:spChg chg="add mod">
          <ac:chgData name="Josimar Kouam" userId="1807b28600fe16f4" providerId="LiveId" clId="{AED62FB9-FF76-45FB-93EE-71A80FE5AE14}" dt="2023-04-04T18:51:42.799" v="1074" actId="20577"/>
          <ac:spMkLst>
            <pc:docMk/>
            <pc:sldMk cId="1921247943" sldId="312"/>
            <ac:spMk id="15" creationId="{22A1EF0B-C89A-0886-B0C1-8732D179F6FB}"/>
          </ac:spMkLst>
        </pc:spChg>
        <pc:picChg chg="add del mod">
          <ac:chgData name="Josimar Kouam" userId="1807b28600fe16f4" providerId="LiveId" clId="{AED62FB9-FF76-45FB-93EE-71A80FE5AE14}" dt="2023-04-01T16:55:23.305" v="265" actId="21"/>
          <ac:picMkLst>
            <pc:docMk/>
            <pc:sldMk cId="1921247943" sldId="312"/>
            <ac:picMk id="4" creationId="{971FC0C7-CCC7-D465-6EAD-696DAF8ACFAE}"/>
          </ac:picMkLst>
        </pc:picChg>
        <pc:picChg chg="add del mod">
          <ac:chgData name="Josimar Kouam" userId="1807b28600fe16f4" providerId="LiveId" clId="{AED62FB9-FF76-45FB-93EE-71A80FE5AE14}" dt="2023-04-01T16:55:38.811" v="271" actId="478"/>
          <ac:picMkLst>
            <pc:docMk/>
            <pc:sldMk cId="1921247943" sldId="312"/>
            <ac:picMk id="8" creationId="{C35D1C9C-85B1-4587-F7F3-23FCCC1DF87F}"/>
          </ac:picMkLst>
        </pc:picChg>
        <pc:picChg chg="add del mod">
          <ac:chgData name="Josimar Kouam" userId="1807b28600fe16f4" providerId="LiveId" clId="{AED62FB9-FF76-45FB-93EE-71A80FE5AE14}" dt="2023-04-01T16:58:47.092" v="288" actId="478"/>
          <ac:picMkLst>
            <pc:docMk/>
            <pc:sldMk cId="1921247943" sldId="312"/>
            <ac:picMk id="11" creationId="{FB933432-D9FA-E35A-2249-35257E685C71}"/>
          </ac:picMkLst>
        </pc:picChg>
        <pc:picChg chg="add del mod">
          <ac:chgData name="Josimar Kouam" userId="1807b28600fe16f4" providerId="LiveId" clId="{AED62FB9-FF76-45FB-93EE-71A80FE5AE14}" dt="2023-04-01T17:04:09.958" v="293" actId="478"/>
          <ac:picMkLst>
            <pc:docMk/>
            <pc:sldMk cId="1921247943" sldId="312"/>
            <ac:picMk id="12" creationId="{47CD15CD-E9B2-A4B2-0E33-2F1DABAF29BB}"/>
          </ac:picMkLst>
        </pc:picChg>
        <pc:picChg chg="add mod">
          <ac:chgData name="Josimar Kouam" userId="1807b28600fe16f4" providerId="LiveId" clId="{AED62FB9-FF76-45FB-93EE-71A80FE5AE14}" dt="2023-04-04T18:59:23.372" v="1076" actId="1076"/>
          <ac:picMkLst>
            <pc:docMk/>
            <pc:sldMk cId="1921247943" sldId="312"/>
            <ac:picMk id="14" creationId="{814A487C-BBC5-001A-F9D1-096D20291F6B}"/>
          </ac:picMkLst>
        </pc:picChg>
        <pc:picChg chg="add mod">
          <ac:chgData name="Josimar Kouam" userId="1807b28600fe16f4" providerId="LiveId" clId="{AED62FB9-FF76-45FB-93EE-71A80FE5AE14}" dt="2023-04-04T18:59:21.488" v="1075" actId="1076"/>
          <ac:picMkLst>
            <pc:docMk/>
            <pc:sldMk cId="1921247943" sldId="312"/>
            <ac:picMk id="16" creationId="{62705D3E-4731-2A17-37CE-9E79213035A9}"/>
          </ac:picMkLst>
        </pc:picChg>
      </pc:sldChg>
      <pc:sldChg chg="addSp delSp modSp new mod delAnim modAnim">
        <pc:chgData name="Josimar Kouam" userId="1807b28600fe16f4" providerId="LiveId" clId="{AED62FB9-FF76-45FB-93EE-71A80FE5AE14}" dt="2023-04-04T20:00:05.564" v="1080"/>
        <pc:sldMkLst>
          <pc:docMk/>
          <pc:sldMk cId="1588322410" sldId="313"/>
        </pc:sldMkLst>
        <pc:spChg chg="del">
          <ac:chgData name="Josimar Kouam" userId="1807b28600fe16f4" providerId="LiveId" clId="{AED62FB9-FF76-45FB-93EE-71A80FE5AE14}" dt="2023-04-01T17:25:58.747" v="453" actId="22"/>
          <ac:spMkLst>
            <pc:docMk/>
            <pc:sldMk cId="1588322410" sldId="313"/>
            <ac:spMk id="2" creationId="{DB7492AE-85C1-94D8-7BB8-EBE40F936993}"/>
          </ac:spMkLst>
        </pc:spChg>
        <pc:spChg chg="mod">
          <ac:chgData name="Josimar Kouam" userId="1807b28600fe16f4" providerId="LiveId" clId="{AED62FB9-FF76-45FB-93EE-71A80FE5AE14}" dt="2023-04-01T17:30:34.536" v="465" actId="1076"/>
          <ac:spMkLst>
            <pc:docMk/>
            <pc:sldMk cId="1588322410" sldId="313"/>
            <ac:spMk id="3" creationId="{6BD21278-5569-B58A-F41D-2A52E770E65D}"/>
          </ac:spMkLst>
        </pc:spChg>
        <pc:spChg chg="add del mod">
          <ac:chgData name="Josimar Kouam" userId="1807b28600fe16f4" providerId="LiveId" clId="{AED62FB9-FF76-45FB-93EE-71A80FE5AE14}" dt="2023-04-01T17:25:48.879" v="452"/>
          <ac:spMkLst>
            <pc:docMk/>
            <pc:sldMk cId="1588322410" sldId="313"/>
            <ac:spMk id="4" creationId="{21683B8D-8827-32E0-6830-B87A0AAB421F}"/>
          </ac:spMkLst>
        </pc:spChg>
        <pc:picChg chg="add mod">
          <ac:chgData name="Josimar Kouam" userId="1807b28600fe16f4" providerId="LiveId" clId="{AED62FB9-FF76-45FB-93EE-71A80FE5AE14}" dt="2023-04-04T19:59:38.903" v="1079" actId="1076"/>
          <ac:picMkLst>
            <pc:docMk/>
            <pc:sldMk cId="1588322410" sldId="313"/>
            <ac:picMk id="4" creationId="{48A64D2C-AAA8-B5E4-ABD4-6D45C5171623}"/>
          </ac:picMkLst>
        </pc:picChg>
        <pc:picChg chg="add mod ord">
          <ac:chgData name="Josimar Kouam" userId="1807b28600fe16f4" providerId="LiveId" clId="{AED62FB9-FF76-45FB-93EE-71A80FE5AE14}" dt="2023-04-01T17:30:43.252" v="466" actId="1076"/>
          <ac:picMkLst>
            <pc:docMk/>
            <pc:sldMk cId="1588322410" sldId="313"/>
            <ac:picMk id="6" creationId="{F71E7C57-FFC7-0A8E-F418-B11C820950A5}"/>
          </ac:picMkLst>
        </pc:picChg>
        <pc:picChg chg="add mod">
          <ac:chgData name="Josimar Kouam" userId="1807b28600fe16f4" providerId="LiveId" clId="{AED62FB9-FF76-45FB-93EE-71A80FE5AE14}" dt="2023-04-01T17:30:49.097" v="467" actId="1076"/>
          <ac:picMkLst>
            <pc:docMk/>
            <pc:sldMk cId="1588322410" sldId="313"/>
            <ac:picMk id="8" creationId="{D2EB3DEB-2411-5FAA-69B2-0AA7821CC393}"/>
          </ac:picMkLst>
        </pc:picChg>
        <pc:picChg chg="add del mod">
          <ac:chgData name="Josimar Kouam" userId="1807b28600fe16f4" providerId="LiveId" clId="{AED62FB9-FF76-45FB-93EE-71A80FE5AE14}" dt="2023-04-04T19:59:32.155" v="1077" actId="478"/>
          <ac:picMkLst>
            <pc:docMk/>
            <pc:sldMk cId="1588322410" sldId="313"/>
            <ac:picMk id="10" creationId="{293C159B-7CC2-A00A-F710-936EBFDB3A1A}"/>
          </ac:picMkLst>
        </pc:picChg>
        <pc:picChg chg="add del mod">
          <ac:chgData name="Josimar Kouam" userId="1807b28600fe16f4" providerId="LiveId" clId="{AED62FB9-FF76-45FB-93EE-71A80FE5AE14}" dt="2023-04-01T20:20:26.781" v="704" actId="478"/>
          <ac:picMkLst>
            <pc:docMk/>
            <pc:sldMk cId="1588322410" sldId="313"/>
            <ac:picMk id="12" creationId="{334289BF-7698-6D8E-4C08-E0D3410FBE99}"/>
          </ac:picMkLst>
        </pc:picChg>
        <pc:picChg chg="add del mod">
          <ac:chgData name="Josimar Kouam" userId="1807b28600fe16f4" providerId="LiveId" clId="{AED62FB9-FF76-45FB-93EE-71A80FE5AE14}" dt="2023-04-01T20:29:44.754" v="732" actId="478"/>
          <ac:picMkLst>
            <pc:docMk/>
            <pc:sldMk cId="1588322410" sldId="313"/>
            <ac:picMk id="14" creationId="{C5A36E6D-A2BF-247E-C1F8-5D039157D531}"/>
          </ac:picMkLst>
        </pc:picChg>
        <pc:picChg chg="add mod">
          <ac:chgData name="Josimar Kouam" userId="1807b28600fe16f4" providerId="LiveId" clId="{AED62FB9-FF76-45FB-93EE-71A80FE5AE14}" dt="2023-04-01T20:20:37.490" v="708" actId="1076"/>
          <ac:picMkLst>
            <pc:docMk/>
            <pc:sldMk cId="1588322410" sldId="313"/>
            <ac:picMk id="16" creationId="{B387CA54-1C1E-5DFB-7865-64F771F34377}"/>
          </ac:picMkLst>
        </pc:picChg>
        <pc:picChg chg="add mod">
          <ac:chgData name="Josimar Kouam" userId="1807b28600fe16f4" providerId="LiveId" clId="{AED62FB9-FF76-45FB-93EE-71A80FE5AE14}" dt="2023-04-01T20:29:52.372" v="735" actId="14100"/>
          <ac:picMkLst>
            <pc:docMk/>
            <pc:sldMk cId="1588322410" sldId="313"/>
            <ac:picMk id="18" creationId="{D6BFE759-F87E-E692-B8B3-C71588DB54B5}"/>
          </ac:picMkLst>
        </pc:picChg>
      </pc:sldChg>
      <pc:sldChg chg="addSp delSp modSp new mod modAnim">
        <pc:chgData name="Josimar Kouam" userId="1807b28600fe16f4" providerId="LiveId" clId="{AED62FB9-FF76-45FB-93EE-71A80FE5AE14}" dt="2023-04-01T20:06:53.378" v="678"/>
        <pc:sldMkLst>
          <pc:docMk/>
          <pc:sldMk cId="1184930815" sldId="314"/>
        </pc:sldMkLst>
        <pc:spChg chg="del">
          <ac:chgData name="Josimar Kouam" userId="1807b28600fe16f4" providerId="LiveId" clId="{AED62FB9-FF76-45FB-93EE-71A80FE5AE14}" dt="2023-04-01T17:39:05.874" v="487" actId="478"/>
          <ac:spMkLst>
            <pc:docMk/>
            <pc:sldMk cId="1184930815" sldId="314"/>
            <ac:spMk id="2" creationId="{7E356EBD-A28E-BE82-F66F-C7DFB664B567}"/>
          </ac:spMkLst>
        </pc:spChg>
        <pc:spChg chg="mod">
          <ac:chgData name="Josimar Kouam" userId="1807b28600fe16f4" providerId="LiveId" clId="{AED62FB9-FF76-45FB-93EE-71A80FE5AE14}" dt="2023-04-01T17:39:39.434" v="492" actId="20577"/>
          <ac:spMkLst>
            <pc:docMk/>
            <pc:sldMk cId="1184930815" sldId="314"/>
            <ac:spMk id="3" creationId="{11713514-F16A-615D-0B84-A153FA436DFC}"/>
          </ac:spMkLst>
        </pc:spChg>
        <pc:picChg chg="add mod">
          <ac:chgData name="Josimar Kouam" userId="1807b28600fe16f4" providerId="LiveId" clId="{AED62FB9-FF76-45FB-93EE-71A80FE5AE14}" dt="2023-04-01T17:41:40.391" v="494" actId="1076"/>
          <ac:picMkLst>
            <pc:docMk/>
            <pc:sldMk cId="1184930815" sldId="314"/>
            <ac:picMk id="5" creationId="{26BC93BD-AB58-07AD-D3DD-B1D8DAE9CC9C}"/>
          </ac:picMkLst>
        </pc:picChg>
        <pc:picChg chg="add mod">
          <ac:chgData name="Josimar Kouam" userId="1807b28600fe16f4" providerId="LiveId" clId="{AED62FB9-FF76-45FB-93EE-71A80FE5AE14}" dt="2023-04-01T17:43:24.930" v="499" actId="1076"/>
          <ac:picMkLst>
            <pc:docMk/>
            <pc:sldMk cId="1184930815" sldId="314"/>
            <ac:picMk id="7" creationId="{F7D783E6-0381-507A-EC23-AF86B65ED4A8}"/>
          </ac:picMkLst>
        </pc:picChg>
        <pc:picChg chg="add mod">
          <ac:chgData name="Josimar Kouam" userId="1807b28600fe16f4" providerId="LiveId" clId="{AED62FB9-FF76-45FB-93EE-71A80FE5AE14}" dt="2023-04-01T17:43:27.918" v="500" actId="1076"/>
          <ac:picMkLst>
            <pc:docMk/>
            <pc:sldMk cId="1184930815" sldId="314"/>
            <ac:picMk id="9" creationId="{577455C4-B4DC-06EC-5D2A-47377E304C37}"/>
          </ac:picMkLst>
        </pc:picChg>
      </pc:sldChg>
      <pc:sldChg chg="addSp delSp modSp new mod modAnim">
        <pc:chgData name="Josimar Kouam" userId="1807b28600fe16f4" providerId="LiveId" clId="{AED62FB9-FF76-45FB-93EE-71A80FE5AE14}" dt="2023-04-01T20:08:29.002" v="681"/>
        <pc:sldMkLst>
          <pc:docMk/>
          <pc:sldMk cId="247334862" sldId="315"/>
        </pc:sldMkLst>
        <pc:spChg chg="del">
          <ac:chgData name="Josimar Kouam" userId="1807b28600fe16f4" providerId="LiveId" clId="{AED62FB9-FF76-45FB-93EE-71A80FE5AE14}" dt="2023-04-01T17:45:40.420" v="515" actId="478"/>
          <ac:spMkLst>
            <pc:docMk/>
            <pc:sldMk cId="247334862" sldId="315"/>
            <ac:spMk id="2" creationId="{A8C2CC33-1DD1-213A-48C4-5453C7428F87}"/>
          </ac:spMkLst>
        </pc:spChg>
        <pc:spChg chg="mod">
          <ac:chgData name="Josimar Kouam" userId="1807b28600fe16f4" providerId="LiveId" clId="{AED62FB9-FF76-45FB-93EE-71A80FE5AE14}" dt="2023-04-01T17:44:12.357" v="514" actId="20577"/>
          <ac:spMkLst>
            <pc:docMk/>
            <pc:sldMk cId="247334862" sldId="315"/>
            <ac:spMk id="3" creationId="{0886FC85-FE84-25FE-3278-56CB6859980D}"/>
          </ac:spMkLst>
        </pc:spChg>
        <pc:picChg chg="add mod">
          <ac:chgData name="Josimar Kouam" userId="1807b28600fe16f4" providerId="LiveId" clId="{AED62FB9-FF76-45FB-93EE-71A80FE5AE14}" dt="2023-04-01T18:19:50.053" v="567" actId="1076"/>
          <ac:picMkLst>
            <pc:docMk/>
            <pc:sldMk cId="247334862" sldId="315"/>
            <ac:picMk id="5" creationId="{38FBA069-183A-EF4D-FEBC-9252752069A0}"/>
          </ac:picMkLst>
        </pc:picChg>
        <pc:picChg chg="add mod">
          <ac:chgData name="Josimar Kouam" userId="1807b28600fe16f4" providerId="LiveId" clId="{AED62FB9-FF76-45FB-93EE-71A80FE5AE14}" dt="2023-04-01T17:50:10.352" v="520" actId="1076"/>
          <ac:picMkLst>
            <pc:docMk/>
            <pc:sldMk cId="247334862" sldId="315"/>
            <ac:picMk id="7" creationId="{581C1807-2A01-ACB7-44F9-00455D644281}"/>
          </ac:picMkLst>
        </pc:picChg>
        <pc:picChg chg="add del mod">
          <ac:chgData name="Josimar Kouam" userId="1807b28600fe16f4" providerId="LiveId" clId="{AED62FB9-FF76-45FB-93EE-71A80FE5AE14}" dt="2023-04-01T18:19:36.913" v="564" actId="478"/>
          <ac:picMkLst>
            <pc:docMk/>
            <pc:sldMk cId="247334862" sldId="315"/>
            <ac:picMk id="9" creationId="{99B3B473-9349-9657-0F5F-DF981525CF56}"/>
          </ac:picMkLst>
        </pc:picChg>
        <pc:picChg chg="add mod">
          <ac:chgData name="Josimar Kouam" userId="1807b28600fe16f4" providerId="LiveId" clId="{AED62FB9-FF76-45FB-93EE-71A80FE5AE14}" dt="2023-04-01T18:19:44.341" v="566" actId="1076"/>
          <ac:picMkLst>
            <pc:docMk/>
            <pc:sldMk cId="247334862" sldId="315"/>
            <ac:picMk id="11" creationId="{3454E39D-DA02-9287-8E3C-40B5CD29A582}"/>
          </ac:picMkLst>
        </pc:picChg>
      </pc:sldChg>
      <pc:sldChg chg="addSp delSp modSp new mod modAnim">
        <pc:chgData name="Josimar Kouam" userId="1807b28600fe16f4" providerId="LiveId" clId="{AED62FB9-FF76-45FB-93EE-71A80FE5AE14}" dt="2023-04-01T20:13:13.365" v="695"/>
        <pc:sldMkLst>
          <pc:docMk/>
          <pc:sldMk cId="1861725487" sldId="316"/>
        </pc:sldMkLst>
        <pc:spChg chg="del">
          <ac:chgData name="Josimar Kouam" userId="1807b28600fe16f4" providerId="LiveId" clId="{AED62FB9-FF76-45FB-93EE-71A80FE5AE14}" dt="2023-04-01T17:59:11.823" v="535" actId="478"/>
          <ac:spMkLst>
            <pc:docMk/>
            <pc:sldMk cId="1861725487" sldId="316"/>
            <ac:spMk id="2" creationId="{CD70007F-ECDC-5632-E2D0-38A04E68F22F}"/>
          </ac:spMkLst>
        </pc:spChg>
        <pc:spChg chg="mod">
          <ac:chgData name="Josimar Kouam" userId="1807b28600fe16f4" providerId="LiveId" clId="{AED62FB9-FF76-45FB-93EE-71A80FE5AE14}" dt="2023-04-01T20:12:53.413" v="693" actId="20577"/>
          <ac:spMkLst>
            <pc:docMk/>
            <pc:sldMk cId="1861725487" sldId="316"/>
            <ac:spMk id="3" creationId="{5A0D1AB8-7D9B-FE07-8B02-C2E969319522}"/>
          </ac:spMkLst>
        </pc:spChg>
        <pc:picChg chg="add mod">
          <ac:chgData name="Josimar Kouam" userId="1807b28600fe16f4" providerId="LiveId" clId="{AED62FB9-FF76-45FB-93EE-71A80FE5AE14}" dt="2023-04-01T18:36:00.512" v="582" actId="1076"/>
          <ac:picMkLst>
            <pc:docMk/>
            <pc:sldMk cId="1861725487" sldId="316"/>
            <ac:picMk id="5" creationId="{00A08AF3-1801-A2F2-500D-079A076E2624}"/>
          </ac:picMkLst>
        </pc:picChg>
        <pc:picChg chg="add del mod">
          <ac:chgData name="Josimar Kouam" userId="1807b28600fe16f4" providerId="LiveId" clId="{AED62FB9-FF76-45FB-93EE-71A80FE5AE14}" dt="2023-04-01T18:31:33.467" v="570" actId="478"/>
          <ac:picMkLst>
            <pc:docMk/>
            <pc:sldMk cId="1861725487" sldId="316"/>
            <ac:picMk id="7" creationId="{DF338AEE-1B4F-1E1F-464D-59F62032B5A5}"/>
          </ac:picMkLst>
        </pc:picChg>
        <pc:picChg chg="add del mod">
          <ac:chgData name="Josimar Kouam" userId="1807b28600fe16f4" providerId="LiveId" clId="{AED62FB9-FF76-45FB-93EE-71A80FE5AE14}" dt="2023-04-01T18:32:01.635" v="573" actId="478"/>
          <ac:picMkLst>
            <pc:docMk/>
            <pc:sldMk cId="1861725487" sldId="316"/>
            <ac:picMk id="9" creationId="{881EFE60-CF2E-C9C7-652B-9CA073BB1276}"/>
          </ac:picMkLst>
        </pc:picChg>
        <pc:picChg chg="add del mod">
          <ac:chgData name="Josimar Kouam" userId="1807b28600fe16f4" providerId="LiveId" clId="{AED62FB9-FF76-45FB-93EE-71A80FE5AE14}" dt="2023-04-01T18:35:54.461" v="581" actId="478"/>
          <ac:picMkLst>
            <pc:docMk/>
            <pc:sldMk cId="1861725487" sldId="316"/>
            <ac:picMk id="11" creationId="{C8AA7592-9C0B-36E6-B20C-1EB6C825106F}"/>
          </ac:picMkLst>
        </pc:picChg>
        <pc:picChg chg="add mod">
          <ac:chgData name="Josimar Kouam" userId="1807b28600fe16f4" providerId="LiveId" clId="{AED62FB9-FF76-45FB-93EE-71A80FE5AE14}" dt="2023-04-01T18:36:05.242" v="583" actId="1076"/>
          <ac:picMkLst>
            <pc:docMk/>
            <pc:sldMk cId="1861725487" sldId="316"/>
            <ac:picMk id="13" creationId="{BDFAE666-1FBC-C68F-D768-1AE0E5159DA9}"/>
          </ac:picMkLst>
        </pc:picChg>
        <pc:picChg chg="add mod">
          <ac:chgData name="Josimar Kouam" userId="1807b28600fe16f4" providerId="LiveId" clId="{AED62FB9-FF76-45FB-93EE-71A80FE5AE14}" dt="2023-04-01T18:36:08.259" v="584" actId="1076"/>
          <ac:picMkLst>
            <pc:docMk/>
            <pc:sldMk cId="1861725487" sldId="316"/>
            <ac:picMk id="15" creationId="{B861D9B1-BD56-F9E8-6DE3-3C6B32F5C3E7}"/>
          </ac:picMkLst>
        </pc:picChg>
      </pc:sldChg>
      <pc:sldChg chg="addSp delSp modSp new mod modAnim">
        <pc:chgData name="Josimar Kouam" userId="1807b28600fe16f4" providerId="LiveId" clId="{AED62FB9-FF76-45FB-93EE-71A80FE5AE14}" dt="2023-04-01T20:13:50.072" v="697"/>
        <pc:sldMkLst>
          <pc:docMk/>
          <pc:sldMk cId="1321452645" sldId="317"/>
        </pc:sldMkLst>
        <pc:spChg chg="del">
          <ac:chgData name="Josimar Kouam" userId="1807b28600fe16f4" providerId="LiveId" clId="{AED62FB9-FF76-45FB-93EE-71A80FE5AE14}" dt="2023-04-01T18:37:51.939" v="586" actId="478"/>
          <ac:spMkLst>
            <pc:docMk/>
            <pc:sldMk cId="1321452645" sldId="317"/>
            <ac:spMk id="2" creationId="{766A3934-EAA2-7141-FB62-07F9E2622668}"/>
          </ac:spMkLst>
        </pc:spChg>
        <pc:spChg chg="mod">
          <ac:chgData name="Josimar Kouam" userId="1807b28600fe16f4" providerId="LiveId" clId="{AED62FB9-FF76-45FB-93EE-71A80FE5AE14}" dt="2023-04-01T18:40:13.610" v="606" actId="20577"/>
          <ac:spMkLst>
            <pc:docMk/>
            <pc:sldMk cId="1321452645" sldId="317"/>
            <ac:spMk id="3" creationId="{D70D4C8F-6BEF-F906-88C0-01EC85618BA7}"/>
          </ac:spMkLst>
        </pc:spChg>
        <pc:spChg chg="add del">
          <ac:chgData name="Josimar Kouam" userId="1807b28600fe16f4" providerId="LiveId" clId="{AED62FB9-FF76-45FB-93EE-71A80FE5AE14}" dt="2023-04-01T18:38:23.206" v="588" actId="478"/>
          <ac:spMkLst>
            <pc:docMk/>
            <pc:sldMk cId="1321452645" sldId="317"/>
            <ac:spMk id="5" creationId="{32694A28-EBE2-EA94-3D4A-566D9DCB0368}"/>
          </ac:spMkLst>
        </pc:spChg>
        <pc:picChg chg="add mod">
          <ac:chgData name="Josimar Kouam" userId="1807b28600fe16f4" providerId="LiveId" clId="{AED62FB9-FF76-45FB-93EE-71A80FE5AE14}" dt="2023-04-01T18:40:34.629" v="611" actId="14100"/>
          <ac:picMkLst>
            <pc:docMk/>
            <pc:sldMk cId="1321452645" sldId="317"/>
            <ac:picMk id="7" creationId="{012B37E7-F32F-492C-716B-8264004F0D32}"/>
          </ac:picMkLst>
        </pc:picChg>
        <pc:picChg chg="add mod">
          <ac:chgData name="Josimar Kouam" userId="1807b28600fe16f4" providerId="LiveId" clId="{AED62FB9-FF76-45FB-93EE-71A80FE5AE14}" dt="2023-04-01T18:40:29.805" v="610" actId="1076"/>
          <ac:picMkLst>
            <pc:docMk/>
            <pc:sldMk cId="1321452645" sldId="317"/>
            <ac:picMk id="9" creationId="{CAFA208D-11B9-E300-6318-8DECEF185AAF}"/>
          </ac:picMkLst>
        </pc:picChg>
        <pc:picChg chg="add mod">
          <ac:chgData name="Josimar Kouam" userId="1807b28600fe16f4" providerId="LiveId" clId="{AED62FB9-FF76-45FB-93EE-71A80FE5AE14}" dt="2023-04-01T18:46:47.885" v="612" actId="1076"/>
          <ac:picMkLst>
            <pc:docMk/>
            <pc:sldMk cId="1321452645" sldId="317"/>
            <ac:picMk id="11" creationId="{05A4DB42-1390-05B5-C36F-73F45409CF72}"/>
          </ac:picMkLst>
        </pc:picChg>
      </pc:sldChg>
      <pc:sldChg chg="addSp delSp modSp new mod modNotesTx">
        <pc:chgData name="Josimar Kouam" userId="1807b28600fe16f4" providerId="LiveId" clId="{AED62FB9-FF76-45FB-93EE-71A80FE5AE14}" dt="2023-04-01T20:26:43.649" v="731" actId="20577"/>
        <pc:sldMkLst>
          <pc:docMk/>
          <pc:sldMk cId="2528386491" sldId="318"/>
        </pc:sldMkLst>
        <pc:spChg chg="del">
          <ac:chgData name="Josimar Kouam" userId="1807b28600fe16f4" providerId="LiveId" clId="{AED62FB9-FF76-45FB-93EE-71A80FE5AE14}" dt="2023-04-01T18:51:20.569" v="650" actId="478"/>
          <ac:spMkLst>
            <pc:docMk/>
            <pc:sldMk cId="2528386491" sldId="318"/>
            <ac:spMk id="2" creationId="{A4B6DE21-08FC-0646-864C-B69857908940}"/>
          </ac:spMkLst>
        </pc:spChg>
        <pc:spChg chg="mod">
          <ac:chgData name="Josimar Kouam" userId="1807b28600fe16f4" providerId="LiveId" clId="{AED62FB9-FF76-45FB-93EE-71A80FE5AE14}" dt="2023-04-01T18:50:27.110" v="649" actId="20577"/>
          <ac:spMkLst>
            <pc:docMk/>
            <pc:sldMk cId="2528386491" sldId="318"/>
            <ac:spMk id="3" creationId="{8997D84B-60E1-48E1-9D68-43398FEE1807}"/>
          </ac:spMkLst>
        </pc:spChg>
        <pc:picChg chg="add del mod">
          <ac:chgData name="Josimar Kouam" userId="1807b28600fe16f4" providerId="LiveId" clId="{AED62FB9-FF76-45FB-93EE-71A80FE5AE14}" dt="2023-04-01T20:12:08.498" v="682" actId="478"/>
          <ac:picMkLst>
            <pc:docMk/>
            <pc:sldMk cId="2528386491" sldId="318"/>
            <ac:picMk id="5" creationId="{7C0976A5-0214-3047-7746-140445235DE1}"/>
          </ac:picMkLst>
        </pc:picChg>
        <pc:picChg chg="add mod">
          <ac:chgData name="Josimar Kouam" userId="1807b28600fe16f4" providerId="LiveId" clId="{AED62FB9-FF76-45FB-93EE-71A80FE5AE14}" dt="2023-04-01T20:12:16.925" v="686" actId="1076"/>
          <ac:picMkLst>
            <pc:docMk/>
            <pc:sldMk cId="2528386491" sldId="318"/>
            <ac:picMk id="7" creationId="{06B13851-54AD-5E10-71BE-B9245F966BBF}"/>
          </ac:picMkLst>
        </pc:picChg>
      </pc:sldChg>
      <pc:sldChg chg="addSp delSp modSp new mod modAnim">
        <pc:chgData name="Josimar Kouam" userId="1807b28600fe16f4" providerId="LiveId" clId="{AED62FB9-FF76-45FB-93EE-71A80FE5AE14}" dt="2023-04-01T20:23:39.267" v="718"/>
        <pc:sldMkLst>
          <pc:docMk/>
          <pc:sldMk cId="1957631695" sldId="319"/>
        </pc:sldMkLst>
        <pc:spChg chg="del">
          <ac:chgData name="Josimar Kouam" userId="1807b28600fe16f4" providerId="LiveId" clId="{AED62FB9-FF76-45FB-93EE-71A80FE5AE14}" dt="2023-04-01T20:15:38.764" v="703" actId="478"/>
          <ac:spMkLst>
            <pc:docMk/>
            <pc:sldMk cId="1957631695" sldId="319"/>
            <ac:spMk id="2" creationId="{6F93D0C1-0DD1-4CC1-2C6B-85B73AF599C2}"/>
          </ac:spMkLst>
        </pc:spChg>
        <pc:spChg chg="mod">
          <ac:chgData name="Josimar Kouam" userId="1807b28600fe16f4" providerId="LiveId" clId="{AED62FB9-FF76-45FB-93EE-71A80FE5AE14}" dt="2023-04-01T20:15:32.336" v="702" actId="20577"/>
          <ac:spMkLst>
            <pc:docMk/>
            <pc:sldMk cId="1957631695" sldId="319"/>
            <ac:spMk id="3" creationId="{91554ABE-89B8-B784-DA97-FD23BD8B2558}"/>
          </ac:spMkLst>
        </pc:spChg>
        <pc:picChg chg="add mod">
          <ac:chgData name="Josimar Kouam" userId="1807b28600fe16f4" providerId="LiveId" clId="{AED62FB9-FF76-45FB-93EE-71A80FE5AE14}" dt="2023-04-01T20:23:12.853" v="716" actId="14100"/>
          <ac:picMkLst>
            <pc:docMk/>
            <pc:sldMk cId="1957631695" sldId="319"/>
            <ac:picMk id="5" creationId="{EAFFC7BE-78CD-BE34-267C-1E2675A5E8F0}"/>
          </ac:picMkLst>
        </pc:picChg>
        <pc:picChg chg="add mod">
          <ac:chgData name="Josimar Kouam" userId="1807b28600fe16f4" providerId="LiveId" clId="{AED62FB9-FF76-45FB-93EE-71A80FE5AE14}" dt="2023-04-01T20:22:26.753" v="713" actId="1076"/>
          <ac:picMkLst>
            <pc:docMk/>
            <pc:sldMk cId="1957631695" sldId="319"/>
            <ac:picMk id="7" creationId="{F5996ACF-8EED-A864-0EC8-FCC28D6D30C2}"/>
          </ac:picMkLst>
        </pc:picChg>
      </pc:sldChg>
      <pc:sldChg chg="modSp new mod">
        <pc:chgData name="Josimar Kouam" userId="1807b28600fe16f4" providerId="LiveId" clId="{AED62FB9-FF76-45FB-93EE-71A80FE5AE14}" dt="2023-04-01T21:02:11.896" v="980" actId="313"/>
        <pc:sldMkLst>
          <pc:docMk/>
          <pc:sldMk cId="3583859489" sldId="320"/>
        </pc:sldMkLst>
        <pc:spChg chg="mod">
          <ac:chgData name="Josimar Kouam" userId="1807b28600fe16f4" providerId="LiveId" clId="{AED62FB9-FF76-45FB-93EE-71A80FE5AE14}" dt="2023-04-01T21:02:03.550" v="979" actId="20577"/>
          <ac:spMkLst>
            <pc:docMk/>
            <pc:sldMk cId="3583859489" sldId="320"/>
            <ac:spMk id="2" creationId="{B92645EE-B0BE-1615-A1DB-F13AE2218B8C}"/>
          </ac:spMkLst>
        </pc:spChg>
        <pc:spChg chg="mod">
          <ac:chgData name="Josimar Kouam" userId="1807b28600fe16f4" providerId="LiveId" clId="{AED62FB9-FF76-45FB-93EE-71A80FE5AE14}" dt="2023-04-01T21:02:11.896" v="980" actId="313"/>
          <ac:spMkLst>
            <pc:docMk/>
            <pc:sldMk cId="3583859489" sldId="320"/>
            <ac:spMk id="3" creationId="{C321F5D3-9A9D-1A6B-7DB8-1BB827522D8B}"/>
          </ac:spMkLst>
        </pc:spChg>
      </pc:sldChg>
      <pc:sldChg chg="modSp new mod">
        <pc:chgData name="Josimar Kouam" userId="1807b28600fe16f4" providerId="LiveId" clId="{AED62FB9-FF76-45FB-93EE-71A80FE5AE14}" dt="2023-04-01T21:05:14.229" v="1047" actId="20577"/>
        <pc:sldMkLst>
          <pc:docMk/>
          <pc:sldMk cId="1436504020" sldId="321"/>
        </pc:sldMkLst>
        <pc:spChg chg="mod">
          <ac:chgData name="Josimar Kouam" userId="1807b28600fe16f4" providerId="LiveId" clId="{AED62FB9-FF76-45FB-93EE-71A80FE5AE14}" dt="2023-04-01T21:05:14.229" v="1047" actId="20577"/>
          <ac:spMkLst>
            <pc:docMk/>
            <pc:sldMk cId="1436504020" sldId="321"/>
            <ac:spMk id="2" creationId="{52CE7638-57E2-6701-42CA-DE4639B4E63A}"/>
          </ac:spMkLst>
        </pc:spChg>
        <pc:spChg chg="mod">
          <ac:chgData name="Josimar Kouam" userId="1807b28600fe16f4" providerId="LiveId" clId="{AED62FB9-FF76-45FB-93EE-71A80FE5AE14}" dt="2023-04-01T21:03:48.817" v="1033" actId="20577"/>
          <ac:spMkLst>
            <pc:docMk/>
            <pc:sldMk cId="1436504020" sldId="321"/>
            <ac:spMk id="3" creationId="{9DDFE21D-4670-12A9-7EEC-1FB5422248E2}"/>
          </ac:spMkLst>
        </pc:spChg>
      </pc:sldChg>
    </pc:docChg>
  </pc:docChgLst>
  <pc:docChgLst>
    <pc:chgData name="Marzieh Amini" userId="737099e9-feb4-45b6-bcff-daf93e1e3caa" providerId="ADAL" clId="{DF6F63C5-4E1E-4104-88F8-7F2F08BA97D0}"/>
    <pc:docChg chg="addSld delSld modSld modSection">
      <pc:chgData name="Marzieh Amini" userId="737099e9-feb4-45b6-bcff-daf93e1e3caa" providerId="ADAL" clId="{DF6F63C5-4E1E-4104-88F8-7F2F08BA97D0}" dt="2023-03-15T02:29:40.278" v="45"/>
      <pc:docMkLst>
        <pc:docMk/>
      </pc:docMkLst>
      <pc:sldChg chg="addSp delSp modSp mod">
        <pc:chgData name="Marzieh Amini" userId="737099e9-feb4-45b6-bcff-daf93e1e3caa" providerId="ADAL" clId="{DF6F63C5-4E1E-4104-88F8-7F2F08BA97D0}" dt="2023-03-15T02:29:07.240" v="40" actId="1076"/>
        <pc:sldMkLst>
          <pc:docMk/>
          <pc:sldMk cId="2767873507" sldId="256"/>
        </pc:sldMkLst>
        <pc:spChg chg="mod">
          <ac:chgData name="Marzieh Amini" userId="737099e9-feb4-45b6-bcff-daf93e1e3caa" providerId="ADAL" clId="{DF6F63C5-4E1E-4104-88F8-7F2F08BA97D0}" dt="2023-03-15T02:27:56.281" v="35" actId="20577"/>
          <ac:spMkLst>
            <pc:docMk/>
            <pc:sldMk cId="2767873507" sldId="256"/>
            <ac:spMk id="2" creationId="{D645C31E-DD23-41B0-949F-4668467F4943}"/>
          </ac:spMkLst>
        </pc:spChg>
        <pc:spChg chg="mod">
          <ac:chgData name="Marzieh Amini" userId="737099e9-feb4-45b6-bcff-daf93e1e3caa" providerId="ADAL" clId="{DF6F63C5-4E1E-4104-88F8-7F2F08BA97D0}" dt="2023-03-15T02:27:37.291" v="0" actId="20577"/>
          <ac:spMkLst>
            <pc:docMk/>
            <pc:sldMk cId="2767873507" sldId="256"/>
            <ac:spMk id="3" creationId="{091C2E3A-48BD-407B-B956-A4E82B0B335A}"/>
          </ac:spMkLst>
        </pc:spChg>
        <pc:picChg chg="add mod">
          <ac:chgData name="Marzieh Amini" userId="737099e9-feb4-45b6-bcff-daf93e1e3caa" providerId="ADAL" clId="{DF6F63C5-4E1E-4104-88F8-7F2F08BA97D0}" dt="2023-03-15T02:29:07.240" v="40" actId="1076"/>
          <ac:picMkLst>
            <pc:docMk/>
            <pc:sldMk cId="2767873507" sldId="256"/>
            <ac:picMk id="1026" creationId="{242D3D67-E0C7-3F0F-06DE-E168D7723F11}"/>
          </ac:picMkLst>
        </pc:picChg>
        <pc:picChg chg="del">
          <ac:chgData name="Marzieh Amini" userId="737099e9-feb4-45b6-bcff-daf93e1e3caa" providerId="ADAL" clId="{DF6F63C5-4E1E-4104-88F8-7F2F08BA97D0}" dt="2023-03-15T02:28:31.325" v="36" actId="478"/>
          <ac:picMkLst>
            <pc:docMk/>
            <pc:sldMk cId="2767873507" sldId="256"/>
            <ac:picMk id="1028" creationId="{36271D69-2187-4FDB-985A-DDFF049A7859}"/>
          </ac:picMkLst>
        </pc:picChg>
      </pc:sldChg>
      <pc:sldChg chg="add del">
        <pc:chgData name="Marzieh Amini" userId="737099e9-feb4-45b6-bcff-daf93e1e3caa" providerId="ADAL" clId="{DF6F63C5-4E1E-4104-88F8-7F2F08BA97D0}" dt="2023-03-15T02:29:32.839" v="44" actId="47"/>
        <pc:sldMkLst>
          <pc:docMk/>
          <pc:sldMk cId="2185250177" sldId="257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321763866" sldId="258"/>
        </pc:sldMkLst>
        <pc:picChg chg="add mod">
          <ac:chgData name="Marzieh Amini" userId="737099e9-feb4-45b6-bcff-daf93e1e3caa" providerId="ADAL" clId="{DF6F63C5-4E1E-4104-88F8-7F2F08BA97D0}" dt="2023-03-15T02:29:40.278" v="45"/>
          <ac:picMkLst>
            <pc:docMk/>
            <pc:sldMk cId="321763866" sldId="258"/>
            <ac:picMk id="7" creationId="{1F84408B-980C-6D46-DE11-562C9C4C798D}"/>
          </ac:picMkLst>
        </pc:picChg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59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0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1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2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3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4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5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6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7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8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69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0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1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2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3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4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5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6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7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8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79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0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1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2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3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4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5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6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7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8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89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90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91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92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93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94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95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0" sldId="296"/>
        </pc:sldMkLst>
      </pc:sldChg>
      <pc:sldChg chg="del">
        <pc:chgData name="Marzieh Amini" userId="737099e9-feb4-45b6-bcff-daf93e1e3caa" providerId="ADAL" clId="{DF6F63C5-4E1E-4104-88F8-7F2F08BA97D0}" dt="2023-03-15T02:29:13.417" v="41" actId="47"/>
        <pc:sldMkLst>
          <pc:docMk/>
          <pc:sldMk cId="100039328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B5E3F-7371-49C3-A9CA-A0C5A43C2AA3}" type="datetimeFigureOut">
              <a:rPr lang="en-CA" smtClean="0"/>
              <a:t>2023-04-04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26FBBC-7BC0-4FB8-AB05-10CBAE5A808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619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6FBBC-7BC0-4FB8-AB05-10CBAE5A8089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43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latin typeface="-apple-system"/>
              </a:rPr>
              <a:t>AUC determine which model proposes the best classification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6FBBC-7BC0-4FB8-AB05-10CBAE5A8089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2983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26FBBC-7BC0-4FB8-AB05-10CBAE5A8089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7426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40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097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33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142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411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58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7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Winter 2023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557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622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773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5363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01143" y="6368874"/>
            <a:ext cx="2450699" cy="365125"/>
          </a:xfrm>
        </p:spPr>
        <p:txBody>
          <a:bodyPr/>
          <a:lstStyle/>
          <a:p>
            <a:r>
              <a:rPr lang="de-DE"/>
              <a:t>ITEC 5920-Applied Deep Learning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92245" y="6365978"/>
            <a:ext cx="461555" cy="365125"/>
          </a:xfrm>
        </p:spPr>
        <p:txBody>
          <a:bodyPr/>
          <a:lstStyle/>
          <a:p>
            <a:fld id="{84DCF2D0-6B72-48C0-A771-82A16AF8807D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8200" y="1660209"/>
            <a:ext cx="10515600" cy="0"/>
          </a:xfrm>
          <a:prstGeom prst="line">
            <a:avLst/>
          </a:prstGeom>
          <a:ln w="50800" cap="rnd" cmpd="tri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153666" y="6369052"/>
            <a:ext cx="4736757" cy="365125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rgbClr val="0070C0"/>
                </a:solidFill>
              </a:defRPr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733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surfac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56F3CAD-7BF3-0042-BA33-8A5869BCA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Picture 12" descr="A red surfac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1CCE42D8-5361-9940-B797-FFC037598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03"/>
            <a:ext cx="12192000" cy="68580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" y="1611130"/>
            <a:ext cx="10740888" cy="4158529"/>
          </a:xfrm>
        </p:spPr>
        <p:txBody>
          <a:bodyPr lIns="0" tIns="0" rIns="0" bIns="0">
            <a:noAutofit/>
          </a:bodyPr>
          <a:lstStyle>
            <a:lvl1pPr marL="228594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400"/>
            </a:lvl1pPr>
            <a:lvl2pPr marL="685783" indent="-228594"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/>
            </a:lvl2pPr>
            <a:lvl3pPr marL="1142971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400"/>
            </a:lvl3pPr>
            <a:lvl4pPr marL="1600160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400"/>
            </a:lvl4pPr>
            <a:lvl5pPr marL="2057349" indent="-228594">
              <a:buClr>
                <a:schemeClr val="accent1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64294A-0EB7-ED44-A3E5-F1EF59B87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75" y="5763492"/>
            <a:ext cx="2236925" cy="10945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576792"/>
            <a:ext cx="10740888" cy="960000"/>
          </a:xfrm>
        </p:spPr>
        <p:txBody>
          <a:bodyPr lIns="0" tIns="0" rIns="0" bIns="0"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3426E-A262-4642-AE65-DD6A1210B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075" y="5763492"/>
            <a:ext cx="2236925" cy="1094509"/>
          </a:xfrm>
          <a:prstGeom prst="rect">
            <a:avLst/>
          </a:prstGeom>
        </p:spPr>
      </p:pic>
      <p:pic>
        <p:nvPicPr>
          <p:cNvPr id="3" name="Picture 2" descr="A red surfac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9C5B83ED-809A-4ED2-507B-6566E1BA5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AC99F0-7C66-B843-D668-C0E0FD6203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5075" y="5763492"/>
            <a:ext cx="2236925" cy="1094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99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Winter 2023</a:t>
            </a: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BD5C9AE-4342-4B7F-A532-6028F92A0BD9}" type="slidenum">
              <a:rPr lang="en-CA" smtClean="0"/>
              <a:t>‹n°›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69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dolphems/AdvancedDataScienceIBM/blob/master/IoT-cybersec.all_steps.pandas.ipynb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5C31E-DD23-41B0-949F-4668467F49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548054"/>
            <a:ext cx="10058400" cy="3566160"/>
          </a:xfrm>
        </p:spPr>
        <p:txBody>
          <a:bodyPr>
            <a:normAutofit/>
          </a:bodyPr>
          <a:lstStyle/>
          <a:p>
            <a:pPr algn="ctr"/>
            <a:r>
              <a:rPr lang="en-US" sz="28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Intrusion Detection in IoT Networks Using Deep Learning Algorithms</a:t>
            </a:r>
            <a:br>
              <a:rPr lang="en-US" sz="105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CA" sz="4800" dirty="0"/>
            </a:br>
            <a:endParaRPr lang="en-CA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C2E3A-48BD-407B-B956-A4E82B0B3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CA" cap="none" dirty="0"/>
              <a:t>By: Josimar Kouam</a:t>
            </a:r>
          </a:p>
          <a:p>
            <a:pPr algn="ctr"/>
            <a:r>
              <a:rPr lang="en-CA" cap="none" dirty="0"/>
              <a:t>Winter 2023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64104-FEF1-45B3-8165-949EBC5E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53CDE-563C-4111-9979-AB015C66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ITEC 5920-Applied Deep Learning</a:t>
            </a:r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09540-61BD-4AA9-A871-24F2F753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1</a:t>
            </a:fld>
            <a:endParaRPr lang="en-CA"/>
          </a:p>
        </p:txBody>
      </p:sp>
      <p:pic>
        <p:nvPicPr>
          <p:cNvPr id="1026" name="Picture 2" descr="Brand | Carleton University">
            <a:extLst>
              <a:ext uri="{FF2B5EF4-FFF2-40B4-BE49-F238E27FC236}">
                <a16:creationId xmlns:a16="http://schemas.microsoft.com/office/drawing/2014/main" id="{242D3D67-E0C7-3F0F-06DE-E168D7723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7526" y="99646"/>
            <a:ext cx="1793632" cy="44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873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2D04-EAA1-745B-6ABB-29802FFFB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8157-5096-4ABE-E600-904BB47E9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Proposed methodology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DNN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CNN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LSTM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MLP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ROC and AUC for model comparison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Conclusion and Future works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CA" dirty="0"/>
              <a:t>References </a:t>
            </a:r>
          </a:p>
          <a:p>
            <a:pPr>
              <a:buFont typeface="Wingdings" panose="05000000000000000000" pitchFamily="2" charset="2"/>
              <a:buChar char="§"/>
            </a:pP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5C351-D9EE-7F19-FF19-CC92B4F2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AF01-7699-6226-B056-668540B9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36FD7-1F22-8EEF-8864-F9D8BBAB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2</a:t>
            </a:fld>
            <a:endParaRPr lang="en-CA"/>
          </a:p>
        </p:txBody>
      </p:sp>
      <p:pic>
        <p:nvPicPr>
          <p:cNvPr id="7" name="Picture 2" descr="Brand | Carleton University">
            <a:extLst>
              <a:ext uri="{FF2B5EF4-FFF2-40B4-BE49-F238E27FC236}">
                <a16:creationId xmlns:a16="http://schemas.microsoft.com/office/drawing/2014/main" id="{1F84408B-980C-6D46-DE11-562C9C4C7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7526" y="99646"/>
            <a:ext cx="1793632" cy="44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63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F95628-EC4D-781A-F727-548DE521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EF3628-B341-DC4B-E738-C3D1F6343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2200" dirty="0">
                <a:cs typeface="Times New Roman" panose="02020603050405020304" pitchFamily="18" charset="0"/>
              </a:rPr>
              <a:t>Significant increase application of IOT that have become integral part of our daily live</a:t>
            </a:r>
          </a:p>
          <a:p>
            <a:pPr>
              <a:spcBef>
                <a:spcPts val="12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2200" dirty="0">
                <a:cs typeface="Times New Roman" panose="02020603050405020304" pitchFamily="18" charset="0"/>
              </a:rPr>
              <a:t>This exponential growth of </a:t>
            </a:r>
            <a:r>
              <a:rPr lang="en-US" sz="2200" dirty="0">
                <a:solidFill>
                  <a:srgbClr val="FF0000"/>
                </a:solidFill>
                <a:cs typeface="Times New Roman" panose="02020603050405020304" pitchFamily="18" charset="0"/>
              </a:rPr>
              <a:t>IOT networks </a:t>
            </a:r>
            <a:r>
              <a:rPr lang="en-US" sz="2200" dirty="0">
                <a:cs typeface="Times New Roman" panose="02020603050405020304" pitchFamily="18" charset="0"/>
              </a:rPr>
              <a:t>has make it more and more difficult to deal with </a:t>
            </a:r>
            <a:r>
              <a:rPr lang="en-US" sz="2200" dirty="0">
                <a:solidFill>
                  <a:srgbClr val="FF0000"/>
                </a:solidFill>
                <a:cs typeface="Times New Roman" panose="02020603050405020304" pitchFamily="18" charset="0"/>
              </a:rPr>
              <a:t>hostile activity </a:t>
            </a:r>
            <a:r>
              <a:rPr lang="en-US" sz="2200" dirty="0">
                <a:cs typeface="Times New Roman" panose="02020603050405020304" pitchFamily="18" charset="0"/>
              </a:rPr>
              <a:t>they may be subject to</a:t>
            </a:r>
          </a:p>
          <a:p>
            <a:pPr>
              <a:spcBef>
                <a:spcPts val="12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2200" dirty="0">
                <a:cs typeface="Times New Roman" panose="02020603050405020304" pitchFamily="18" charset="0"/>
              </a:rPr>
              <a:t>Lead devices into a constant vulnerability state prone to cyber attack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2000" dirty="0">
                <a:cs typeface="Times New Roman" panose="02020603050405020304" pitchFamily="18" charset="0"/>
              </a:rPr>
              <a:t>Distributed Denial of Service (DDS)</a:t>
            </a:r>
          </a:p>
          <a:p>
            <a:pPr>
              <a:spcBef>
                <a:spcPts val="12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2200" dirty="0">
                <a:cs typeface="Times New Roman" panose="02020603050405020304" pitchFamily="18" charset="0"/>
              </a:rPr>
              <a:t>Machine learning as a tool to tackle cyber threats and improve the security of IOTs</a:t>
            </a:r>
          </a:p>
          <a:p>
            <a:pPr lvl="1">
              <a:spcBef>
                <a:spcPts val="12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2000" dirty="0">
                <a:cs typeface="Times New Roman" panose="02020603050405020304" pitchFamily="18" charset="0"/>
              </a:rPr>
              <a:t>Deep Learning</a:t>
            </a:r>
          </a:p>
          <a:p>
            <a:pPr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cs typeface="Times New Roman" panose="02020603050405020304" pitchFamily="18" charset="0"/>
              </a:rPr>
              <a:t>We propose a deep learning classification based approach for </a:t>
            </a:r>
            <a:r>
              <a:rPr lang="en-US" sz="2000" dirty="0">
                <a:solidFill>
                  <a:srgbClr val="FF0000"/>
                </a:solidFill>
                <a:cs typeface="Times New Roman" panose="02020603050405020304" pitchFamily="18" charset="0"/>
              </a:rPr>
              <a:t>developing NIDS </a:t>
            </a:r>
            <a:r>
              <a:rPr lang="en-US" sz="2000" dirty="0">
                <a:cs typeface="Times New Roman" panose="02020603050405020304" pitchFamily="18" charset="0"/>
              </a:rPr>
              <a:t>in an IOT environment </a:t>
            </a:r>
          </a:p>
          <a:p>
            <a:pPr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§"/>
            </a:pPr>
            <a:r>
              <a:rPr lang="en-US" sz="2000" dirty="0">
                <a:cs typeface="Times New Roman" panose="02020603050405020304" pitchFamily="18" charset="0"/>
              </a:rPr>
              <a:t>Accuracy, precision, recall, and f-measure metrics will serve as evaluation metrics</a:t>
            </a:r>
          </a:p>
          <a:p>
            <a:endParaRPr lang="fr-CA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164E7C-9765-8C32-1280-71D997ED9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Winter 2023</a:t>
            </a:r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1EF3E4-E20B-B6B7-96B5-985C6AC3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ITEC 5920-Applied Deep Learning</a:t>
            </a:r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454BD3-C606-FCEB-9132-70F25AE9A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5C9AE-4342-4B7F-A532-6028F92A0BD9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3981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0E2F26-5544-95F4-042E-21D5D0E42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" y="415715"/>
            <a:ext cx="10840278" cy="588781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C73D5-6EC7-C718-65BB-3EFBEDA1C03F}"/>
              </a:ext>
            </a:extLst>
          </p:cNvPr>
          <p:cNvSpPr txBox="1"/>
          <p:nvPr/>
        </p:nvSpPr>
        <p:spPr>
          <a:xfrm>
            <a:off x="11641238" y="203200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en-IN" dirty="0"/>
              <a:t>5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424069" y="1845964"/>
            <a:ext cx="3631096" cy="337930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/>
          <a:p>
            <a:pPr algn="l"/>
            <a:endParaRPr lang="en-US" sz="2400" dirty="0"/>
          </a:p>
          <a:p>
            <a:pPr algn="ctr"/>
            <a:endParaRPr lang="en-US" sz="2400" dirty="0"/>
          </a:p>
        </p:txBody>
      </p:sp>
      <p:sp>
        <p:nvSpPr>
          <p:cNvPr id="8" name="ZoneTexte 7"/>
          <p:cNvSpPr txBox="1"/>
          <p:nvPr/>
        </p:nvSpPr>
        <p:spPr>
          <a:xfrm>
            <a:off x="1338470" y="2886707"/>
            <a:ext cx="2014330" cy="5698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02368" y="2471036"/>
            <a:ext cx="2623931" cy="46988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Cleaning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867" y="3089600"/>
            <a:ext cx="2623931" cy="4698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Normalization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5867" y="3917565"/>
            <a:ext cx="2623931" cy="46988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FS-Feature</a:t>
            </a:r>
            <a:r>
              <a:rPr lang="en-US" dirty="0"/>
              <a:t> </a:t>
            </a:r>
            <a:r>
              <a:rPr lang="en-US" b="1" dirty="0"/>
              <a:t>Selection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5868" y="1898895"/>
            <a:ext cx="2676931" cy="36274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Dataset Preprocessing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676939" y="2078325"/>
            <a:ext cx="45719" cy="457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endParaRPr lang="en-US" dirty="0"/>
          </a:p>
        </p:txBody>
      </p:sp>
      <p:sp>
        <p:nvSpPr>
          <p:cNvPr id="17" name="ZoneTexte 16"/>
          <p:cNvSpPr txBox="1"/>
          <p:nvPr/>
        </p:nvSpPr>
        <p:spPr>
          <a:xfrm>
            <a:off x="5075582" y="2161877"/>
            <a:ext cx="3220278" cy="18392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endParaRPr lang="en-US" dirty="0"/>
          </a:p>
        </p:txBody>
      </p:sp>
      <p:sp>
        <p:nvSpPr>
          <p:cNvPr id="18" name="ZoneTexte 17"/>
          <p:cNvSpPr txBox="1"/>
          <p:nvPr/>
        </p:nvSpPr>
        <p:spPr>
          <a:xfrm>
            <a:off x="5526157" y="2187842"/>
            <a:ext cx="2372139" cy="5506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dk1"/>
                </a:solidFill>
              </a:rPr>
              <a:t>Training</a:t>
            </a:r>
            <a:r>
              <a:rPr lang="en-US" dirty="0"/>
              <a:t> </a:t>
            </a:r>
            <a:r>
              <a:rPr lang="en-US" b="1" dirty="0">
                <a:solidFill>
                  <a:schemeClr val="dk1"/>
                </a:solidFill>
              </a:rPr>
              <a:t>Set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5526157" y="3075072"/>
            <a:ext cx="2385384" cy="526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/>
              <a:t>Validation Set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5526157" y="4421937"/>
            <a:ext cx="2385384" cy="526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/>
              <a:t>Test Set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8733190" y="2159657"/>
            <a:ext cx="3220278" cy="183924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endParaRPr lang="en-US" dirty="0"/>
          </a:p>
        </p:txBody>
      </p:sp>
      <p:sp>
        <p:nvSpPr>
          <p:cNvPr id="23" name="ZoneTexte 22"/>
          <p:cNvSpPr txBox="1"/>
          <p:nvPr/>
        </p:nvSpPr>
        <p:spPr>
          <a:xfrm>
            <a:off x="9157259" y="3023589"/>
            <a:ext cx="2690184" cy="5506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/>
              <a:t>DNN, LSTM, CNN, MLP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9157259" y="2135548"/>
            <a:ext cx="2690184" cy="63348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/>
              <a:t>Model Training and Validation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9157259" y="5237610"/>
            <a:ext cx="2690183" cy="526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/>
              <a:t>Intrusion Detection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9136591" y="4355020"/>
            <a:ext cx="2690184" cy="5374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b="1" dirty="0"/>
              <a:t>Model Evaluation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4055165" y="2399358"/>
            <a:ext cx="14577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>
            <a:endCxn id="26" idx="1"/>
          </p:cNvCxnSpPr>
          <p:nvPr/>
        </p:nvCxnSpPr>
        <p:spPr>
          <a:xfrm flipV="1">
            <a:off x="7890873" y="4623732"/>
            <a:ext cx="1245718" cy="1508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>
            <a:off x="4055165" y="4638816"/>
            <a:ext cx="145774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avec flèche 32"/>
          <p:cNvCxnSpPr>
            <a:stCxn id="18" idx="3"/>
          </p:cNvCxnSpPr>
          <p:nvPr/>
        </p:nvCxnSpPr>
        <p:spPr>
          <a:xfrm flipV="1">
            <a:off x="7898296" y="2463156"/>
            <a:ext cx="83489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 flipV="1">
            <a:off x="7931426" y="3229968"/>
            <a:ext cx="834894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>
            <a:stCxn id="22" idx="2"/>
          </p:cNvCxnSpPr>
          <p:nvPr/>
        </p:nvCxnSpPr>
        <p:spPr>
          <a:xfrm>
            <a:off x="10343329" y="3998897"/>
            <a:ext cx="0" cy="35612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>
            <a:off x="10343329" y="4571420"/>
            <a:ext cx="0" cy="3657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5A1183A2-11BC-E3DD-B43D-8F82A19E517B}"/>
              </a:ext>
            </a:extLst>
          </p:cNvPr>
          <p:cNvSpPr txBox="1"/>
          <p:nvPr/>
        </p:nvSpPr>
        <p:spPr>
          <a:xfrm>
            <a:off x="397565" y="5278196"/>
            <a:ext cx="3087507" cy="4399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CA" sz="1200" b="1" dirty="0"/>
              <a:t>Figure1: </a:t>
            </a:r>
            <a:r>
              <a:rPr lang="en-US" sz="1050" b="1" dirty="0">
                <a:solidFill>
                  <a:srgbClr val="333333"/>
                </a:solidFill>
                <a:latin typeface="Georgia" panose="02040502050405020303" pitchFamily="18" charset="0"/>
              </a:rPr>
              <a:t>A</a:t>
            </a:r>
            <a:r>
              <a:rPr lang="en-US" sz="1050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rchitectural design of the system proposed </a:t>
            </a:r>
            <a:endParaRPr lang="fr-CA" sz="1050" b="1" dirty="0"/>
          </a:p>
        </p:txBody>
      </p:sp>
      <p:sp>
        <p:nvSpPr>
          <p:cNvPr id="6" name="Organigramme : Disque magnétique 5">
            <a:extLst>
              <a:ext uri="{FF2B5EF4-FFF2-40B4-BE49-F238E27FC236}">
                <a16:creationId xmlns:a16="http://schemas.microsoft.com/office/drawing/2014/main" id="{C56731C3-CB24-AEAD-DF6A-5AA5AB730806}"/>
              </a:ext>
            </a:extLst>
          </p:cNvPr>
          <p:cNvSpPr/>
          <p:nvPr/>
        </p:nvSpPr>
        <p:spPr>
          <a:xfrm>
            <a:off x="1086308" y="1004496"/>
            <a:ext cx="2239991" cy="324579"/>
          </a:xfrm>
          <a:prstGeom prst="flowChartMagneticDisk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2000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UNSW-NB15</a:t>
            </a:r>
            <a:r>
              <a:rPr lang="fr-CA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</a:t>
            </a:r>
            <a:endParaRPr lang="fr-CA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6B25808A-BFFC-A5EA-2A6F-1CCBD56FF0CF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2206304" y="1329075"/>
            <a:ext cx="33313" cy="516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11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A091039-6ECE-ED49-5B04-91F50766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CA" dirty="0"/>
            </a:br>
            <a:r>
              <a:rPr lang="en-CA" dirty="0"/>
              <a:t>DNN</a:t>
            </a:r>
            <a:endParaRPr lang="fr-CA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14A487C-BBC5-001A-F9D1-096D20291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2598" y="1798955"/>
            <a:ext cx="2197396" cy="4865086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22A1EF0B-C89A-0886-B0C1-8732D179F6FB}"/>
              </a:ext>
            </a:extLst>
          </p:cNvPr>
          <p:cNvSpPr txBox="1"/>
          <p:nvPr/>
        </p:nvSpPr>
        <p:spPr>
          <a:xfrm>
            <a:off x="885126" y="1778842"/>
            <a:ext cx="397395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sz="2000" dirty="0"/>
              <a:t>Activation function:</a:t>
            </a:r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sz="2000" dirty="0" err="1"/>
              <a:t>Relu</a:t>
            </a:r>
            <a:endParaRPr lang="en-CA" sz="2000" dirty="0"/>
          </a:p>
          <a:p>
            <a:pPr marL="742950" lvl="1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sz="2000" dirty="0"/>
              <a:t>Sigmoid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sz="2000" dirty="0"/>
              <a:t>Optimizer: Adam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sz="2000" dirty="0"/>
              <a:t>Learning rate: 0,001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sz="2000" dirty="0"/>
              <a:t>Epoch: 100</a:t>
            </a:r>
          </a:p>
          <a:p>
            <a:pPr marL="285750" indent="-285750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CA" sz="2000" dirty="0"/>
              <a:t>Batch size: 64</a:t>
            </a:r>
            <a:endParaRPr lang="fr-CA" sz="2000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2705D3E-4731-2A17-37CE-9E7921303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036" y="1798955"/>
            <a:ext cx="4156710" cy="326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4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F71E7C57-FFC7-0A8E-F418-B11C820950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2312" y="1412292"/>
            <a:ext cx="3934374" cy="2705478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6BD21278-5569-B58A-F41D-2A52E770E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206230"/>
            <a:ext cx="10740888" cy="960000"/>
          </a:xfrm>
        </p:spPr>
        <p:txBody>
          <a:bodyPr/>
          <a:lstStyle/>
          <a:p>
            <a:br>
              <a:rPr lang="en-CA" dirty="0"/>
            </a:br>
            <a:r>
              <a:rPr lang="en-CA" dirty="0"/>
              <a:t>DNN (</a:t>
            </a:r>
            <a:r>
              <a:rPr lang="en-CA" dirty="0" err="1"/>
              <a:t>Cont</a:t>
            </a:r>
            <a:r>
              <a:rPr lang="en-CA" dirty="0"/>
              <a:t>)</a:t>
            </a:r>
            <a:endParaRPr lang="fr-CA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2EB3DEB-2411-5FAA-69B2-0AA7821CC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686" y="1412292"/>
            <a:ext cx="3850680" cy="266315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387CA54-1C1E-5DFB-7865-64F771F34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060" y="1400444"/>
            <a:ext cx="3716059" cy="286962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6BFE759-F87E-E692-B8B3-C71588DB5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93" y="4363833"/>
            <a:ext cx="4321327" cy="143050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8A64D2C-AAA8-B5E4-ABD4-6D45C51716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7558" y="4270067"/>
            <a:ext cx="4124901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2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1713514-F16A-615D-0B84-A153FA43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2875"/>
            <a:ext cx="10740888" cy="960000"/>
          </a:xfrm>
        </p:spPr>
        <p:txBody>
          <a:bodyPr/>
          <a:lstStyle/>
          <a:p>
            <a:br>
              <a:rPr lang="en-CA" dirty="0"/>
            </a:br>
            <a:br>
              <a:rPr lang="en-CA" dirty="0"/>
            </a:br>
            <a:r>
              <a:rPr lang="en-CA" dirty="0"/>
              <a:t>CNN</a:t>
            </a:r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BC93BD-AB58-07AD-D3DD-B1D8DAE9C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37" y="1906323"/>
            <a:ext cx="3848637" cy="325800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7D783E6-0381-507A-EC23-AF86B65ED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819" y="2196875"/>
            <a:ext cx="4001058" cy="269595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77455C4-B4DC-06EC-5D2A-47377E304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684" y="2196875"/>
            <a:ext cx="3924848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3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886FC85-FE84-25FE-3278-56CB68599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CA" dirty="0"/>
            </a:br>
            <a:r>
              <a:rPr lang="en-CA" dirty="0"/>
              <a:t>CNN (</a:t>
            </a:r>
            <a:r>
              <a:rPr lang="en-CA" dirty="0" err="1"/>
              <a:t>Cont</a:t>
            </a:r>
            <a:r>
              <a:rPr lang="en-CA" dirty="0"/>
              <a:t>)</a:t>
            </a:r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8FBA069-183A-EF4D-FEBC-925275206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36" y="3601246"/>
            <a:ext cx="5193368" cy="220263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81C1807-2A01-ACB7-44F9-00455D644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926" y="1840928"/>
            <a:ext cx="5191850" cy="396295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454E39D-DA02-9287-8E3C-40B5CD29A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06" y="1826236"/>
            <a:ext cx="4420217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A0D1AB8-7D9B-FE07-8B02-C2E96931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CA" dirty="0"/>
            </a:br>
            <a:r>
              <a:rPr lang="en-CA" dirty="0"/>
              <a:t>LSTM</a:t>
            </a:r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A08AF3-1801-A2F2-500D-079A076E2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1" y="1928082"/>
            <a:ext cx="3712694" cy="256949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DFAE666-1FBC-C68F-D768-1AE0E5159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1345" y="2014188"/>
            <a:ext cx="3965022" cy="282962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B861D9B1-BD56-F9E8-6DE3-3C6B32F5C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949" y="2014188"/>
            <a:ext cx="3852489" cy="286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2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70D4C8F-6BEF-F906-88C0-01EC85618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CA" dirty="0"/>
            </a:br>
            <a:r>
              <a:rPr lang="en-CA" dirty="0"/>
              <a:t>LSTM (</a:t>
            </a:r>
            <a:r>
              <a:rPr lang="en-CA" dirty="0" err="1"/>
              <a:t>Cont</a:t>
            </a:r>
            <a:r>
              <a:rPr lang="en-CA" dirty="0"/>
              <a:t>)</a:t>
            </a:r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12B37E7-F32F-492C-716B-8264004F0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4" y="1860191"/>
            <a:ext cx="5011769" cy="156881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AFA208D-11B9-E300-6318-8DECEF185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93" y="3774558"/>
            <a:ext cx="5475481" cy="227424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5A4DB42-1390-05B5-C36F-73F45409C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932" y="1860191"/>
            <a:ext cx="5229955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452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1554ABE-89B8-B784-DA97-FD23BD8B2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CA" dirty="0"/>
            </a:br>
            <a:r>
              <a:rPr lang="en-CA" dirty="0"/>
              <a:t>MLP</a:t>
            </a:r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AFFC7BE-78CD-BE34-267C-1E2675A5E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25" y="2381693"/>
            <a:ext cx="5621076" cy="259434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5996ACF-8EED-A864-0EC8-FCC28D6D3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001" y="2009552"/>
            <a:ext cx="527758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31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997D84B-60E1-48E1-9D68-43398FEE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CA" dirty="0"/>
            </a:br>
            <a:r>
              <a:rPr lang="en-CA" dirty="0"/>
              <a:t>ROC and AUC for model comparison</a:t>
            </a:r>
            <a:br>
              <a:rPr lang="en-CA" dirty="0"/>
            </a:br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6B13851-54AD-5E10-71BE-B9245F966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607" y="2030819"/>
            <a:ext cx="4952891" cy="388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86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92645EE-B0BE-1615-A1DB-F13AE2218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999" y="1823782"/>
            <a:ext cx="10740888" cy="4158529"/>
          </a:xfrm>
        </p:spPr>
        <p:txBody>
          <a:bodyPr/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 presented a study on the use of deep learning methods in detecting intrusions in IoT devices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standard dataset Bot-IoT for intrusion detection in IoT was used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We have also used different types of Deep Learning methods such as the DNN, CNN, LSTM, and MLP Neural Network for intrusion detection in IoT</a:t>
            </a:r>
          </a:p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DNN provided a better classification model with a lower FN detection rate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Try to improve the scores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Try others DL model such RNN, GR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U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321F5D3-9A9D-1A6B-7DB8-1BB827522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 and Future works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83859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2CE7638-57E2-6701-42CA-DE4639B4E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999" y="1887576"/>
            <a:ext cx="10740888" cy="4158529"/>
          </a:xfrm>
        </p:spPr>
        <p:txBody>
          <a:bodyPr/>
          <a:lstStyle/>
          <a:p>
            <a:endParaRPr lang="fr-CA" dirty="0">
              <a:hlinkClick r:id="rId3"/>
            </a:endParaRPr>
          </a:p>
          <a:p>
            <a:r>
              <a:rPr lang="fr-CA" dirty="0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</a:t>
            </a:r>
            <a:r>
              <a:rPr lang="fr-CA" b="0" i="0" dirty="0" err="1">
                <a:solidFill>
                  <a:srgbClr val="222222"/>
                </a:solidFill>
                <a:effectLst/>
                <a:latin typeface="helvetica neue"/>
              </a:rPr>
              <a:t>Susilo</a:t>
            </a:r>
            <a:r>
              <a:rPr lang="fr-CA" b="0" i="0" dirty="0">
                <a:solidFill>
                  <a:srgbClr val="222222"/>
                </a:solidFill>
                <a:effectLst/>
                <a:latin typeface="helvetica neue"/>
              </a:rPr>
              <a:t>, </a:t>
            </a:r>
            <a:r>
              <a:rPr lang="fr-CA" b="0" i="0" dirty="0" err="1">
                <a:solidFill>
                  <a:srgbClr val="222222"/>
                </a:solidFill>
                <a:effectLst/>
                <a:latin typeface="helvetica neue"/>
              </a:rPr>
              <a:t>Bambang</a:t>
            </a:r>
            <a:r>
              <a:rPr lang="fr-CA" b="0" i="0" dirty="0">
                <a:solidFill>
                  <a:srgbClr val="222222"/>
                </a:solidFill>
                <a:effectLst/>
                <a:latin typeface="helvetica neue"/>
              </a:rPr>
              <a:t>, and </a:t>
            </a:r>
            <a:r>
              <a:rPr lang="fr-CA" b="0" i="0" dirty="0" err="1">
                <a:solidFill>
                  <a:srgbClr val="222222"/>
                </a:solidFill>
                <a:effectLst/>
                <a:latin typeface="helvetica neue"/>
              </a:rPr>
              <a:t>Riri</a:t>
            </a:r>
            <a:r>
              <a:rPr lang="fr-CA" b="0" i="0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fr-CA" b="0" i="0" dirty="0" err="1">
                <a:solidFill>
                  <a:srgbClr val="222222"/>
                </a:solidFill>
                <a:effectLst/>
                <a:latin typeface="helvetica neue"/>
              </a:rPr>
              <a:t>Fitri</a:t>
            </a:r>
            <a:r>
              <a:rPr lang="fr-CA" b="0" i="0" dirty="0">
                <a:solidFill>
                  <a:srgbClr val="222222"/>
                </a:solidFill>
                <a:effectLst/>
                <a:latin typeface="helvetica neue"/>
              </a:rPr>
              <a:t> Sari. 2020. "Intrusion </a:t>
            </a:r>
            <a:r>
              <a:rPr lang="fr-CA" b="0" i="0" dirty="0" err="1">
                <a:solidFill>
                  <a:srgbClr val="222222"/>
                </a:solidFill>
                <a:effectLst/>
                <a:latin typeface="helvetica neue"/>
              </a:rPr>
              <a:t>Detection</a:t>
            </a:r>
            <a:r>
              <a:rPr lang="fr-CA" b="0" i="0" dirty="0">
                <a:solidFill>
                  <a:srgbClr val="222222"/>
                </a:solidFill>
                <a:effectLst/>
                <a:latin typeface="helvetica neue"/>
              </a:rPr>
              <a:t> in IoT Networks </a:t>
            </a:r>
            <a:r>
              <a:rPr lang="fr-CA" b="0" i="0" dirty="0" err="1">
                <a:solidFill>
                  <a:srgbClr val="222222"/>
                </a:solidFill>
                <a:effectLst/>
                <a:latin typeface="helvetica neue"/>
              </a:rPr>
              <a:t>Using</a:t>
            </a:r>
            <a:r>
              <a:rPr lang="fr-CA" b="0" i="0" dirty="0">
                <a:solidFill>
                  <a:srgbClr val="222222"/>
                </a:solidFill>
                <a:effectLst/>
                <a:latin typeface="helvetica neue"/>
              </a:rPr>
              <a:t> Deep Learning </a:t>
            </a:r>
            <a:r>
              <a:rPr lang="fr-CA" b="0" i="0" dirty="0" err="1">
                <a:solidFill>
                  <a:srgbClr val="222222"/>
                </a:solidFill>
                <a:effectLst/>
                <a:latin typeface="helvetica neue"/>
              </a:rPr>
              <a:t>Algorithm</a:t>
            </a:r>
            <a:r>
              <a:rPr lang="fr-CA" b="0" i="0" dirty="0">
                <a:solidFill>
                  <a:srgbClr val="222222"/>
                </a:solidFill>
                <a:effectLst/>
                <a:latin typeface="helvetica neue"/>
              </a:rPr>
              <a:t>" </a:t>
            </a:r>
            <a:r>
              <a:rPr lang="fr-CA" b="0" i="1" dirty="0">
                <a:solidFill>
                  <a:srgbClr val="222222"/>
                </a:solidFill>
                <a:effectLst/>
                <a:latin typeface="helvetica neue"/>
              </a:rPr>
              <a:t>Information</a:t>
            </a:r>
            <a:r>
              <a:rPr lang="fr-CA" b="0" i="0" dirty="0">
                <a:solidFill>
                  <a:srgbClr val="222222"/>
                </a:solidFill>
                <a:effectLst/>
                <a:latin typeface="helvetica neue"/>
              </a:rPr>
              <a:t> 11, no. 5: 279. https://doi.org/10.3390/info11050279</a:t>
            </a:r>
            <a:endParaRPr lang="fr-CA" dirty="0">
              <a:hlinkClick r:id="rId3"/>
            </a:endParaRPr>
          </a:p>
          <a:p>
            <a:r>
              <a:rPr lang="fr-CA" dirty="0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</a:t>
            </a:r>
            <a:r>
              <a:rPr lang="fr-CA" dirty="0" err="1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AdvancedDataScienceIBM</a:t>
            </a:r>
            <a:r>
              <a:rPr lang="fr-CA" dirty="0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/IoT-</a:t>
            </a:r>
            <a:r>
              <a:rPr lang="fr-CA" dirty="0" err="1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cybersec.all_steps.pandas.ipynb</a:t>
            </a:r>
            <a:r>
              <a:rPr lang="fr-CA" dirty="0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at master · </a:t>
            </a:r>
            <a:r>
              <a:rPr lang="fr-CA" dirty="0" err="1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rodolphems</a:t>
            </a:r>
            <a:r>
              <a:rPr lang="fr-CA" dirty="0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fr-CA" dirty="0" err="1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AdvancedDataScienceIBM</a:t>
            </a:r>
            <a:r>
              <a:rPr lang="fr-CA" dirty="0">
                <a:solidFill>
                  <a:srgbClr val="222222"/>
                </a:solidFill>
                <a:latin typeface="helvetica ne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· GitHub</a:t>
            </a:r>
            <a:endParaRPr lang="fr-CA" dirty="0">
              <a:solidFill>
                <a:srgbClr val="222222"/>
              </a:solidFill>
              <a:latin typeface="helvetica neue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DDFE21D-4670-12A9-7EEC-1FB54222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365040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43144</TotalTime>
  <Words>410</Words>
  <Application>Microsoft Office PowerPoint</Application>
  <PresentationFormat>Grand écran</PresentationFormat>
  <Paragraphs>76</Paragraphs>
  <Slides>14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3" baseType="lpstr">
      <vt:lpstr>-apple-system</vt:lpstr>
      <vt:lpstr>Arial</vt:lpstr>
      <vt:lpstr>Calibri</vt:lpstr>
      <vt:lpstr>Calibri Light</vt:lpstr>
      <vt:lpstr>Georgia</vt:lpstr>
      <vt:lpstr>helvetica neue</vt:lpstr>
      <vt:lpstr>Times New Roman</vt:lpstr>
      <vt:lpstr>Wingdings</vt:lpstr>
      <vt:lpstr>Retrospect</vt:lpstr>
      <vt:lpstr>Intrusion Detection in IoT Networks Using Deep Learning Algorithms  </vt:lpstr>
      <vt:lpstr>Outline</vt:lpstr>
      <vt:lpstr>Introduction</vt:lpstr>
      <vt:lpstr>Methodology</vt:lpstr>
      <vt:lpstr> DNN</vt:lpstr>
      <vt:lpstr> DNN (Cont)</vt:lpstr>
      <vt:lpstr>  CNN</vt:lpstr>
      <vt:lpstr> CNN (Cont)</vt:lpstr>
      <vt:lpstr> LSTM</vt:lpstr>
      <vt:lpstr> LSTM (Cont)</vt:lpstr>
      <vt:lpstr> MLP</vt:lpstr>
      <vt:lpstr> ROC and AUC for model comparison </vt:lpstr>
      <vt:lpstr>Conclusion and Future works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OSS-4006  Image Processing  Lecture 3  Intensity Transformations and Spatial Filtering</dc:title>
  <dc:creator>Marzieh Amini</dc:creator>
  <cp:lastModifiedBy>Josimar Kouam</cp:lastModifiedBy>
  <cp:revision>507</cp:revision>
  <cp:lastPrinted>2020-12-11T19:47:33Z</cp:lastPrinted>
  <dcterms:created xsi:type="dcterms:W3CDTF">2020-09-28T04:31:45Z</dcterms:created>
  <dcterms:modified xsi:type="dcterms:W3CDTF">2023-04-04T20:00:16Z</dcterms:modified>
</cp:coreProperties>
</file>